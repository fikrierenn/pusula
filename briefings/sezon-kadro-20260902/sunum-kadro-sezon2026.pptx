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574.6556999999999</c:v>
                </c:pt>
                <c:pt idx="1">
                  <c:v>71.8170457700001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775.03155</c:v>
                </c:pt>
                <c:pt idx="1">
                  <c:v>122.53417561000008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3466.72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5578.704629629629</c:v>
                </c:pt>
                <c:pt idx="1">
                  <c:v>4229.647540983607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34377.72383333333</c:v>
                </c:pt>
                <c:pt idx="1">
                  <c:v>25227.68604395604</c:v>
                </c:pt>
                <c:pt idx="2">
                  <c:v>28668.031666666666</c:v>
                </c:pt>
                <c:pt idx="3">
                  <c:v>32496.782972972975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30.54425135213488</c:v>
                </c:pt>
                <c:pt idx="1">
                  <c:v>48.848767711265985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57.55862375814169</c:v>
                </c:pt>
                <c:pt idx="1">
                  <c:v>96.004930945943</c:v>
                </c:pt>
                <c:pt idx="2">
                  <c:v>62.2675266100573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38.89905891452881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458.25870000000003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483.49955000000006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614.955640162407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 (OPERASYONEL)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engelli ve etkinlik norm dışı tutuldu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-14 · sezonluk -14 (engelli/etkinlik norm dışı)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yok: 31 Ağustos'ta toplam personel şirketin kendi norm tablosunun 28 KİŞİ ALTINDADIR.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İŞ HACMİ · ÜÇ POS MAĞAZASI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(574.656 → 775.032) · ciro +%70,6 — eksik kadroyla üretildi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Kadro farkı sezon ÖNCESİNDE oluştu (taban 30.06: 139 → 153, +14) · sezon içinde kadrolu -4 · personel başına iş +%20,5 · mağaza ve grup kırılımı detay slaytlarında.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kadrosu da norm dışı — gerçek rakamdan düşüldü (engelli 3 · etkinlik 3 kişi). İK'nın kayıt toplamı kadrolu 137 + sezonluk 58 = 195 · Norm kaynağı: BKMKİTAP Mağaza Kadro ve Sezon Takip Tablosu, 11.08.2026 · Kapsam: dört mağaza (Şura norm tablosunda yok) · İş hacmi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574.656 → 775.032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122,5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3.467 → 4.230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38.785 → 53.872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458.259 → 483.500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614.956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101,7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131.456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23,6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28.08 - 07.09.2025 aralığındaydı: 412.212 adet · 54,1 M TL. Aynı dalga 2026'da 03.09 - 13.09.2026 aralığına denk geliyor; hizalı büyüme oranıyla 553.164 adet · 89,8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27.08.2025 ile 07.08 – 02.09.2026 (27 gün; bugün hariç, son tam gün 02.09.2026) · Tahmin yöntemi: hizalı büyüme +%34,2,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Norm 217 (kadrolu 145 + sezonluk 72) · operasyonel gerçek 189 (kadrolu 131 + sezonluk 58) · fark -28 kişi — engelli ve etkinlik norm dışı tutuldu.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10512"/>
          <a:ext cx="1051559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OPERASYONEL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Kayıt toplamı (İK, tüm gruplar)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1363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YÖNETİM KARARI: engelli ve etkinlik kadrosu NORM DIŞIDIR — norm doluluğuna sayılmaz, mağaza satırlarından düşülmüştür. Heykel ve Şura'da engelli kadro yoktur (ayrı tüzel kişilik, 50 çalışan altı → 4857/30 yükümlülüğü doğmaz).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70832"/>
            <a:ext cx="11018520" cy="47548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001A"/>
                </a:solidFill>
                <a:latin typeface="Calibri"/>
              </a:rPr>
              <a:t>Norm doluluğu (engelli ve etkinlik hariç): norm 217 · operasyonel gerçek 189 → -28 KİŞİ EKSİK (kadrolu -14 · sezonluk -14).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82896"/>
            <a:ext cx="1101852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82896"/>
            <a:ext cx="68580" cy="67665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01184"/>
            <a:ext cx="10607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KAPSAM SÖZLÜĞÜ — bu destede üç ayrı kapsam kullanılır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02352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333333"/>
                </a:solidFill>
                <a:latin typeface="Calibri"/>
              </a:rPr>
              <a:t>• 3 POS mağazası (FSM · Özlüce · İst. Yolu) — iş hacminin ölçülebildiği kapsam: kadro 143 → 160
• 4 norm mağazası (+ Heykel) — norm karşılaştırması: norm 217 · kayıt 195 · operasyonel 189
• 5 mağaza (+ Şura) — İK kadro raporu: kadrolu 149 + sezonluk 62 = 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de norm dışı. Mağaza satırları operasyonel kadroyu gösterir (kadrolu − engelli − etkinlik). Engelli 3 · etkinlik 3 kişi ayrı satırda; en alttaki kayıt toplamı İK'nın resmi rakamıdır (kadrolu 137 · sezonluk 58) · Norm kaynağı: BKMKİTAP Mağaza Kadro ve Sezon Takip Tablosu, 11.08.2026 · Kapsam dışı: Şura · Gerçek sayılar 31.08 as-of.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85800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31520"/>
                <a:gridCol w="1143000"/>
                <a:gridCol w="960120"/>
                <a:gridCol w="685800"/>
                <a:gridCol w="68580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Operasyonel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Engelli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(norm dışı)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Mağaza  2 kişi
İdari İşler  2 kişi
Kültür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17 kişi, mağaza bazında 14.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 DIŞINDAKİ personel (yönetim kararı) — engelli bölüm bazında da DÜŞÜLDÜ: Kırtasiye 2 · Mal Kabul 1 · ETKİNLİK normda tanımlı olmadığı için norm dışı satır olarak en altta · Kapsam: norm tablosundaki dört mağaza (Şura yok) · Norm 11.08.2026 tarihli · Gerçek sayılar 31.08 as-of.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171.957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320.776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311.542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136,2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İlk 14 günü tamamlama oranı (22/23 → 21/28). 32 alımdan 10'si kesim tarihine kadar ayrılmıştır (önceki yıl 24 alımdan 2). Aynı pozisyonun iki kez doldurulması maliyet yaratmaktadır.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%93,9 → %95,1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Sezonluk kadroda kalma oranı yükselmiştir (46/49 → 39/41). Sorun sezonluk alımda değil, kadrolu alımın ilk haftasındadır.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-28 kişi · kadrolu −4 · ürün adedi +%34,9 · personel başına iş +%20,5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