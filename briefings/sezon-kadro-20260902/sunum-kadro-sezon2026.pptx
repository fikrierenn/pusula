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71.83742911999592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122.60138084999527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57.55862375816649</c:v>
                </c:pt>
                <c:pt idx="1">
                  <c:v>96.12850541159426</c:v>
                </c:pt>
                <c:pt idx="2">
                  <c:v>62.26752661004473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chart" Target="../charts/char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Norma Göre Durum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· KADRO + 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 tarihli norm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· 31 AĞUSTOS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195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137 + sezonluk 58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-22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-8 · sezonluk -14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10128"/>
            <a:ext cx="11018520" cy="749808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310128"/>
            <a:ext cx="105156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fazlası yok: 31 Ağustos'ta toplam personel şirketin kendi norm tablosunun 22 KİŞİ ALTINDADIR.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206240"/>
          <a:ext cx="5943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80160"/>
                <a:gridCol w="1463040"/>
                <a:gridCol w="1371600"/>
              </a:tblGrid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Gerçek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Norma göre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766560" y="4206240"/>
            <a:ext cx="4800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4206240"/>
            <a:ext cx="68580" cy="123444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4370831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95160" y="4315968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AYNI DÖNEMDE İŞ HACMİ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4645152"/>
            <a:ext cx="4114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+%34,9 · ciro +%70,7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Norm: BKMKİTAP Mağaza Kadro ve Sezon Takip Tablosu, 11.08.2026 (kadrolu norm departman bazında, sezonluk norm mağaza toplamı; engelli kadro dahil) · Kapsam: dört mağaza — Şura norm tablosunda yok · Gerçek sayılar 31.08 as-of · İş hacmi üç POS mağazası.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Norma göre durum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Norm 217 · gerçek 195 → 22 kişi eksik.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z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hield-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9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1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1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1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251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7143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110185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42900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68580" cy="10058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4434840"/>
            <a:ext cx="68580" cy="100584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Kadro: beş mağaza (FSM · Özlüce · İst. Yolu · Heykel · Şura), ölçüm noktaları 30.06 ve 31.08 · İş hacmi ve personel başına: üç POS mağazası (FSM · Özlüce · İst. Yolu), dönem 01.07 – 25.08.2025 (2025) · 07.07 – 31.08.2026 (2026), her iki yıl 56 gün, okul açılışına hizalı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48656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'—' ilgili mağazada o bölüm yoktur · Yönetim,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— Mağaza Detayı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TOPLAM · KADRO+SEZON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TOPLAM · 31.08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195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137 + sezonluk 58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 DURUM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A6001A"/>
                </a:solidFill>
                <a:latin typeface="Calibri"/>
              </a:rPr>
              <a:t>-22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toplam personel normun ALTINDA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0561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24128"/>
                <a:gridCol w="1078992"/>
                <a:gridCol w="822960"/>
                <a:gridCol w="1078992"/>
                <a:gridCol w="1133856"/>
                <a:gridCol w="822960"/>
                <a:gridCol w="1170432"/>
                <a:gridCol w="123444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48640" y="4956048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E6E6E"/>
                </a:solidFill>
                <a:latin typeface="Calibri"/>
              </a:rPr>
              <a:t>Bunlardan: ETKİNLİK 3 kişi (FSM 1 · İst. Yolu 1 · Özlüce 1) — norm tablosunda 0 tanımlı · ENGELLİ (teşvik izli) 3 kişi (FSM 1 · İst. Yolu 2) — norma dahil, düşülmedi · her ikisi yukarıdaki mağaza satırlarının İÇİNDE sayılıdır.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30368"/>
            <a:ext cx="11018520" cy="38404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230368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Şirketin kendi norm tablosuna göre 31 Ağustos'ta toplam personel 22 kişi EKSİK (norm 217 · gerçek 195): kadrolu -8, sezonluk -14.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ENGELLİ kadro norm tablosuna DAHİL (düşülmedi; ölçülen teşvik izi 3 kişi — Heykel/Şura ayrı firma olduğu için tespit edilemiyor, alt sınır) · ETKİNLİK normda 0 tanımlı ama kadroda 3 kişi var; düşülürse kadrolu açık −8 yerine −11 olur · Norm kaynağı: BKMKİTAP Mağaza Kadro ve Sezon Takip Tablosu, 11.08.2026 (norm-kadro-20260811.json) — kadrolu normu departman bazında, sezonluk normu mağaza toplamı olarak verir; engelli kadro dahildir · Kapsam dışı: Şura norm tablosunda yok · Gerçek sayılar 31.08 as-of.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9494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868680"/>
                <a:gridCol w="1234440"/>
                <a:gridCol w="822960"/>
                <a:gridCol w="822960"/>
                <a:gridCol w="1234440"/>
              </a:tblGrid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Oyun Alanı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9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Kültür  2 kişi
Mağaza  2 kişi
İdari İşler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bazında açık 15 kişi, mağaza bazında 11. Aradaki fark, bir mağazada bir bölümün fazlasının başka bölümün açığını maskelemesinden gelir. Gerçek ihtiyaç bölüm bazında okunur.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norm tablosundaki dört mağaza (FSM · İst. Yolu · Özlüce · Heykel; Şura norm tablosunda yok) · Norm 11.08.2026 tarihli, SEZON DIŞI kadroyu tanımlar · Kıyas yalnız kadrolu personel ile; sezonluk kolonu açığın nasıl kapatıldığını gösterir.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171.963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1018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171.963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321.026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311.695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İK'da düzeltme bekleyen 1 kayıt: 2025 girişli bir sezonluk personel çıkış tarihi işlenmediği için 31.08'de aktif görünüyor; düzeltilince sezonluk 62 → 61 olur (rakamlar İK'nın resmi kaydıyla birebir tutulsun diye şimdilik düzeltilmedi) ·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Norma göre -22 kişi · kadrolu −4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