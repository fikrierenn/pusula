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71.83742911999343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122.60138084999475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57.5586237581637</c:v>
                </c:pt>
                <c:pt idx="1">
                  <c:v>96.12850541161808</c:v>
                </c:pt>
                <c:pt idx="2">
                  <c:v>62.26752661004522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 — 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137 + sezonluk 58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-22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-8 · sezonluk -14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fazlası yok: 31 Ağustos'ta toplam personel şirketin kendi norm tablosunun 22 KİŞİ ALTINDADIR.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33087"/>
            <a:ext cx="11018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33087"/>
            <a:ext cx="68580" cy="111556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29767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4242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İŞ HACMİ · ÜÇ POS MAĞAZASI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102412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(574.718 → 775.192) · ciro +%70,7 — eksik kadroyla üretildi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1018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Kadro farkı sezon ÖNCESİNDE oluştu (taban 30.06: 139 → 153, +14) · sezon içinde kadrolu -4 · personel başına iş +%20,6 · mağaza ve grup kırılımı detay slaytlarında.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Norm: BKMKİTAP Mağaza Kadro ve Sezon Takip Tablosu, 11.08.2026 (kadrolu norm departman bazında, sezonluk norm mağaza toplamı; engelli kadro dahil) · Kapsam: dört mağaza — Şura norm tablosunda yok · Gerçek sayılar 31.08 as-of · İş hacmi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Norm 217 (kadrolu 145 + sezonluk 72) · gerçek 195 (kadrolu 137 + sezonluk 58) · fark -22 kişi — aşağıda mağaza ve grup kırılımı.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515599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(normda 0)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(norma dahil)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dahil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dahil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GENEL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11018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Engelli mağaza satırlarından düşülmedi (norm tablosu engelliyi departmanlara dağıtmış) · Heykel ve Şura'da engelli kadro YOK: 50 çalışan altı, 4857/30 yükümlülüğü doğmuyor.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11018520" cy="457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41648"/>
            <a:ext cx="10607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6001A"/>
                </a:solidFill>
                <a:latin typeface="Calibri"/>
              </a:rPr>
              <a:t>Şirketin kendi norm tablosuna göre 31 Ağustos'ta toplam personel 22 kişi EKSİK (norm 217 · gerçek 195): kadrolu -8, sezonluk -14 — etkinlik hariç kadrolu açığı -11.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ETKİNLİK normda 0 tanımlı olduğu için mağaza satırlarından DÜŞÜLDÜ — düşülünce kadrolu açığı −8 yerine −11 · ENGELLİ norma dahil olduğundan düşülmedi, ayrı satırda bilgi olarak verildi (FSM 1 · İst. Yolu 2; Heykel/Şura 50 çalışan altı olduğu için yükümlülük yok) · Norm kaynağı: BKMKİTAP Mağaza Kadro ve Sezon Takip Tablosu, 11.08.2026 · Kapsam dışı: Şura norm tablosunda yok · Gerçek sayılar 31.08 as-of.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949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868680"/>
                <a:gridCol w="1234440"/>
                <a:gridCol w="822960"/>
                <a:gridCol w="822960"/>
                <a:gridCol w="1234440"/>
              </a:tblGrid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Oyun Alanı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9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Kültür  2 kişi
Mağaza  2 kişi
İdari İşler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bazında açık 15 kişi, mağaza bazında 11. Aradaki fark, bir mağazada bir bölümün fazlasının başka bölümün açığını maskelemesinden gelir. Gerçek ihtiyaç bölüm bazında okunur.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norm tablosundaki dört mağaza (FSM · İst. Yolu · Özlüce · Heykel; Şura norm tablosunda yok) · Norm 11.08.2026 tarihli, SEZON DIŞI kadroyu tanımlar · Kıyas yalnız kadrolu personel ile; sezonluk kolonu açığın nasıl kapatıldığını gösterir.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düzeltme bekleyen 1 kayıt: 2025 girişli bir sezonluk personel çıkış tarihi işlenmediği için 31.08'de aktif görünüyor; düzeltilince sezonluk 62 → 61 olur (rakamlar İK'nın resmi kaydıyla birebir tutulsun diye şimdilik düzeltilmedi) ·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Norma göre -22 kişi · 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