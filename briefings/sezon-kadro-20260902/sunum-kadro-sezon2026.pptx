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71.83742911999343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122.60138084999475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25239.927802197803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57.5586237581637</c:v>
                </c:pt>
                <c:pt idx="1">
                  <c:v>96.12850541161808</c:v>
                </c:pt>
                <c:pt idx="2">
                  <c:v>62.26752661004522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356616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3566160" cy="64008"/>
          </a:xfrm>
          <a:prstGeom prst="rect">
            <a:avLst/>
          </a:prstGeom>
          <a:solidFill>
            <a:srgbClr val="7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3566160" cy="640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3566160" cy="640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35661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lert-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İyileştirme alanı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Yeni alınan personelin ilk iki haftada kalma oranı.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Yönetici Özeti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6517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2304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75104"/>
            <a:ext cx="23042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88336"/>
            <a:ext cx="23042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1536192"/>
            <a:ext cx="2304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1975104"/>
            <a:ext cx="23042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688336"/>
            <a:ext cx="23042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37160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26517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536192"/>
            <a:ext cx="2304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975104"/>
            <a:ext cx="23042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688336"/>
            <a:ext cx="23042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37160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5400" y="1371600"/>
            <a:ext cx="26517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536192"/>
            <a:ext cx="2304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975104"/>
            <a:ext cx="23042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688336"/>
            <a:ext cx="23042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429000"/>
            <a:ext cx="110185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42900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434840"/>
            <a:ext cx="5394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53949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434840"/>
            <a:ext cx="5394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434840"/>
            <a:ext cx="53949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Kadro: beş mağaza (FSM · Özlüce · İst. Yolu · Heykel · Şura), ölçüm noktaları 30.06 ve 31.08 · İş hacmi ve personel başına: üç POS mağazası (FSM · Özlüce · İst. Yolu), dönem 01.07 – 25.08.2025 (2025) · 07.07 – 31.08.2026 (2026), her iki yıl 56 gün, okul açılışına hizalı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9776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2084831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0912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42048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2084831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73184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19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88720"/>
                <a:gridCol w="1188720"/>
                <a:gridCol w="1188720"/>
                <a:gridCol w="1188720"/>
                <a:gridCol w="1005840"/>
                <a:gridCol w="1005840"/>
                <a:gridCol w="118872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1371600"/>
            <a:ext cx="35661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48640" y="3200400"/>
          <a:ext cx="557784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406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583680" y="160020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78892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977639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20640"/>
            <a:ext cx="11018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(İst. Yolu 50 → 61) dahi kişi başı iş artmıştır.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06640" y="160020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416052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283464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4160520" cy="64008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406908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4160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06640" y="1463040"/>
            <a:ext cx="41605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416052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3200400"/>
            <a:ext cx="41605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4160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11018520" cy="7772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515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Bilgi İşlem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85232"/>
            <a:ext cx="11018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'—' ilgili mağazada o bölümün bulunmadığını gösterir. Yönetim (Mağaza),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651760"/>
                <a:gridCol w="1371600"/>
                <a:gridCol w="1371600"/>
                <a:gridCol w="123444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 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977639"/>
          <a:ext cx="6766560" cy="1600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03320"/>
            <a:ext cx="6766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23360"/>
            <a:ext cx="4069080" cy="15544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Artışın en düşük olduğu kategoride (Çocuk Kitabı) kadro azaltılmıştır.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371600"/>
            <a:ext cx="35661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1536192"/>
            <a:ext cx="3218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1975104"/>
            <a:ext cx="321868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688336"/>
            <a:ext cx="32186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18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70432" y="1417320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737360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04872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04872"/>
            <a:ext cx="1101852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70432" y="249631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16352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83863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83863"/>
            <a:ext cx="11018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39311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0432" y="3575303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895344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62855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62855"/>
            <a:ext cx="1101852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18303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432" y="4654295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974336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3949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53949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dönemi kadrolu -4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