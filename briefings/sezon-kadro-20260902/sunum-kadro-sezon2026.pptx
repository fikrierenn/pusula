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122.60138084999475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57.5586237581637</c:v>
                </c:pt>
                <c:pt idx="1">
                  <c:v>96.12850541161808</c:v>
                </c:pt>
                <c:pt idx="2">
                  <c:v>62.26752661004522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137 + sezonluk 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-22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-8 · sezonluk -14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22 KİŞİ ALTINDADIR.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206240"/>
          <a:ext cx="5943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1463040"/>
                <a:gridCol w="1371600"/>
              </a:tblGrid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Gerçek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Norma göre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766560" y="4206240"/>
            <a:ext cx="4800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4206240"/>
            <a:ext cx="68580" cy="12344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370831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95160" y="4315968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4645152"/>
            <a:ext cx="4114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· ciro +%70,7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Norm: BKMKİTAP Mağaza Kadro ve Sezon Takip Tablosu, 11.08.2026 (kadrolu norm departman bazında, sezonluk norm mağaza toplamı; engelli kadro dahil) · Kapsam: dört mağaza — Şura norm tablosunda yok · Gerçek sayılar 31.08 as-of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Norma göre durum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Norm 217 · gerçek 195 → 22 kişi eksik.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hield-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1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251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7143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68580" cy="10058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34840"/>
            <a:ext cx="68580" cy="10058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TOPLAM · KADRO+SEZON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TOPLAM · 31.08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195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137 + sezonluk 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 DURUM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-22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toplam personel normun ALTINDA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0515599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(normda 0)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(norma dahil)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dahil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dahil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GENEL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48640" y="5120640"/>
            <a:ext cx="11018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Engelli mağaza satırlarından düşülmedi (norm tablosu engelliyi departmanlara dağıtmış) · Heykel ve Şura'da engelli kadro YOK: 50 çalışan altı, 4857/30 yükümlülüğü doğmuyor.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40096"/>
            <a:ext cx="11018520" cy="27432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340096"/>
            <a:ext cx="10607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6001A"/>
                </a:solidFill>
                <a:latin typeface="Calibri"/>
              </a:rPr>
              <a:t>Şirketin kendi norm tablosuna göre 31 Ağustos'ta toplam personel 22 kişi EKSİK (norm 217 · gerçek 195): kadrolu -8, sezonluk -14 — etkinlik hariç kadrolu açığı -11.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ETKİNLİK normda 0 tanımlı olduğu için mağaza satırlarından DÜŞÜLDÜ — düşülünce kadrolu açığı −8 yerine −11 · ENGELLİ norma dahil olduğundan düşülmedi, ayrı satırda bilgi olarak verildi (FSM 1 · İst. Yolu 2; Heykel/Şura 50 çalışan altı olduğu için yükümlülük yok) · Norm kaynağı: BKMKİTAP Mağaza Kadro ve Sezon Takip Tablosu, 11.08.2026 · Kapsam dışı: Şura norm tablosunda yok · Gerçek sayılar 31.08 as-of.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68680"/>
                <a:gridCol w="1234440"/>
                <a:gridCol w="822960"/>
                <a:gridCol w="822960"/>
                <a:gridCol w="1234440"/>
              </a:tblGrid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Kültür  2 kişi
Mağaza  2 kişi
İdari İşler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15 kişi, mağaza bazında 11.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norm tablosundaki dört mağaza (FSM · İst. Yolu · Özlüce · Heykel; Şura norm tablosunda yok) · Norm 11.08.2026 tarihli, SEZON DIŞI kadroyu tanımlar · Kıyas yalnız kadrolu personel ile; sezonluk kolonu açığın nasıl kapatıldığını gösterir.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-22 kişi · 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