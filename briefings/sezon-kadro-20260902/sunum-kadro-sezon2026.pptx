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71.83742911999416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122.60138084999467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57.55862375816305</c:v>
                </c:pt>
                <c:pt idx="1">
                  <c:v>96.12850541161306</c:v>
                </c:pt>
                <c:pt idx="2">
                  <c:v>62.2675266100448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Ön Muhasebe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Karşılaştırması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KADRO · SEZON DIŞI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11.08.2026 tarihli norm · dört mağaza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KADROLU · 31.08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30.06 tabanında 143 kişi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AÇIĞI · 31.08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11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olarak DOLDURULMADI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6949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868680"/>
                <a:gridCol w="1234440"/>
                <a:gridCol w="1051560"/>
                <a:gridCol w="1234440"/>
                <a:gridCol w="11430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Norm açığı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Sezon takviyesi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26679" y="3520440"/>
            <a:ext cx="384048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630168"/>
            <a:ext cx="3429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Norm kadro EKSİK: 11 kadrolu pozisyon açık (net -8). Bu açık kalıcı kadroyla doldurulmadı; sezonluk personelle geçici olarak kapatıldı. Yani sezonluk sayısının bir kısmı sezon takviyesi değil, NORM AÇIĞININ karşılığıdır — kalıcı maliyet artırılmadı.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SEZON DIŞI kadroyu tanımlar; sezonluk personel norma dahil değildir, kıyas yalnız kadrolu ile yapılır · Norm kaynağı: norm-kadro-20260811.json (11.08.2026), yönetim parametresi · Kapsam dışı: Şura norm tablosunda yok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11018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911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1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