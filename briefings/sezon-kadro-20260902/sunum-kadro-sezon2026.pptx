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574.7176999999999</c:v>
                </c:pt>
                <c:pt idx="1">
                  <c:v>71.83742912000012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775.19155</c:v>
                </c:pt>
                <c:pt idx="1">
                  <c:v>122.60138085000007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3467.96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5578.70462962963</c:v>
                </c:pt>
                <c:pt idx="1">
                  <c:v>4232.270491803279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adet / kişi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34404.7405</c:v>
                </c:pt>
                <c:pt idx="1">
                  <c:v>25239.9278021978</c:v>
                </c:pt>
                <c:pt idx="2">
                  <c:v>28670.6775</c:v>
                </c:pt>
                <c:pt idx="3">
                  <c:v>32498.27846846847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30.5442513521349</c:v>
                </c:pt>
                <c:pt idx="1">
                  <c:v>48.88781877530306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57.55862375814158</c:v>
                </c:pt>
                <c:pt idx="1">
                  <c:v>96.12850541161207</c:v>
                </c:pt>
                <c:pt idx="2">
                  <c:v>62.26752661005723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39.08924756094421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16.995917921553104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458.50870000000003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483.65855000000005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617.2970044317599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 (OPERASYONEL)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norm dışı tutuldu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NORMA GÖRE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 (engelli/etkinlik norm dışı)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Kadro fazlası yok: 31 Ağustos'ta toplam personel şirketin kendi norm tablosunun 28 KİŞİ ALTINDADIR.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İŞ HACMİ · ÜÇ POS MAĞAZASI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(574.718 → 775.192) · ciro +%70,7 — eksik kadroyla üretildi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Kadro farkı sezon ÖNCESİNDE oluştu (taban 30.06: 139 → 153, +14) · sezon içinde kadrolu -4 · personel başına iş +%20,6 · mağaza ve grup kırılımı detay slaytlarında.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kadrosu da norm dışı — gerçek rakamdan düşüldü (engelli 3 · etkinlik 3 kişi). İK'nın kayıt toplamı kadrolu 137 + sezonluk 58 = 195 · Norm kaynağı: BKMKİTAP Mağaza Kadro ve Sezon Takip Tablosu, 11.08.2026 · Kapsam: dört mağaza (Şura norm tablosunda yok) · İş hacmi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 artışı yoktur.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Önceki yıl da aynı yönde (-4): sezon döneminde alınan kadrolu personel ayrılanların yerine gelmiş, kadroyu büyütmemiştir.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KADRO 143 → 160.  Diğer slaytlardaki 143 → 160 kadro rakamı bu satırdır.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dışı personel · Sezon içi = 31.08 kesimi ile 30.06 tabanı arasındaki değişim (her iki yılda da negatif: -4 ve -4).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574.718 → 775.192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122,6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birincil ölçüdür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 enflasyondan etkilenmez; kasadan geçen, rafa dizilen ve depodan çıkan fiili mal miktarını gösterir. Ciro fiyat artışını içerir, adet içermez.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3.468 → 4.232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başı = 31 Ağustos'ta o mağazada fiilen çalışan TÜM personel (sezonluk dahil). Kadrosu en çok büyüyen mağazada dahi kişi başı iş artmıştır (İst. Yolu 50 → 61).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Dört Yıllık Seyir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%11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vardı — eksik kadroyla çalışma.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Kadro = 31.08 itibarıyla kadrolu (sezonluk hariç; yıllar arası tahliye zamanlaması kıyası bozar).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· kadro: 31.08 kesimi, her yıl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Yönetim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üç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Kadrolu +14 kişilik artışın tamamı satış ve kasa bölümlerindedir; yönetim kadrosunda değişim yoktur.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mağazanın tamamında iş hacmi artışı kadro artışının üzerindedir. Kadro artışı en yüksek olan İst. Yolu'nda dahi oran 2,2 katıdır.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5733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38.847 → 54.032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+%39,1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Kadro artışı, ürün adedi en hızlı artan kategorilere yönlendirilmiştir. SEZON kolonları okul-hizalı pencereyi, OCA-AĞU kolonları yılın tamamını (01.01–31.08) gösterir; sıralama iki pencerede de aynıdır.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(Heykel ve Şura POS raporlamasında yok) · Dönem: 01.07 – 25.08.2025 (2025) · 07.07 – 31.08.2026 (2026), her iki yıl 56 gün, okul açılışına hizalı · OCA-AĞU kolonları: 01.01 – 31.08 kümülatif (her iki yıl)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458.509 → 483.659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617.297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102,9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133.638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24,7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2025'te okul öncesi alış dalgası 27.08 - 07.09.2025 aralığındaydı: 431.358 adet · 56,9 M TL. Aynı dalga 2026'da 02.09 - 13.09.2026 aralığına denk geliyor; hizalı büyüme oranıyla 580.744 adet · 95,5 M TL beklenmektedir.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26.08.2025 ile 07.08 – 01.09.2026 (26 gün; bugün hariç, son tam gün 01.09.2026) · Tahmin yöntemi: hizalı büyüme +%34,6,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(kadrolu 145 + sezonluk 72) · operasyonel gerçek 189 (kadrolu 131 + sezonluk 58) · fark -28 kişi — engelli ve etkinlik norm dışı tutuldu.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YÖNETİM KARARI: engelli ve etkinlik kadrosu NORM DIŞIDIR —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doluluğu (engelli ve etkinlik hariç): norm 217 · operasyonel gerçek 189 → -28 KİŞİ EKSİK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ENGELLİ DIŞINDAKİ personel sayısı (yönetim kararı); etkinlik de norm dışı. Mağaza satırları operasyonel kadroyu gösterir (kadrolu − engelli − etkinlik). Engelli 3 · etkinlik 3 kişi ayrı satırda; en alttaki kayıt toplamı İK'nın resmi rakamıdır (kadrolu 137 · sezonluk 58) · Norm kaynağı: BKMKİTAP Mağaza Kadro ve Sezon Takip Tablosu, 11.08.2026 · Kapsam dışı: Şura · Gerçek sayılar 31.08 as-of.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Mağaza  2 kişi
İdari İşler  2 kişi
Kültür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bazında açık 17 kişi, mağaza bazında 14. Aradaki fark, bir mağazada bir bölümün fazlasının başka bölümün açığını maskelemesinden gelir. Gerçek ihtiyaç bölüm bazında okunur.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 = engelli DIŞINDAKİ personel (yönetim kararı) — engelli bölüm bazında da DÜŞÜLDÜ: Kırtasiye 2 · Mal Kabul 1 · ETKİNLİK normda tanımlı olmadığı için norm dışı satır olarak en altta · Kapsam: norm tablosundaki dört mağaza (Şura yok) · Norm 11.08.2026 tarihli · Gerçek sayılar 31.08 as-of.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171.963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321.026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311.695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düzeltme bekleyen 1 kayıt: 2025 girişli bir sezonluk personel çıkış tarihi işlenmediği için 31.08'de aktif görünüyor; düzeltilince sezonluk 62 → 61 olur (rakamlar İK'nın resmi kaydıyla birebir tutulsun diye şimdilik düzeltilmedi) · Kapsam: beş mağaza (FSM · Özlüce · İst. Yolu · Heykel · Şura) · Kohortlar okul açılışına göre AYNI ofsette kesildi (T−12: 27.08.2025 ve 02.09.2026) · İş hacmi üç POS mağazası · ⚠ "açılıştan kaç gün önce" ölçüsü açılış 6 gün kaydığı için 2026'yı mekanik olarak erken gösterir, takvim ölçüsü esastır.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Tersi: Sınav Okulları küçüldü. Ocak–Ağustos cirosu 136,1 → 105,6 milyon TL (−%22,4). Mağaza tarafı +%54,9 büyüdü — büyümenin tamamı raftan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57984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57984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286000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221991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505456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Kısmen doğru: eşleşen ürünlerde fiyat endeksi +%19,8. Bu yüzden savunma ciroya değil ADEDE dayanıyor: ürün adedi +%34,9 ve adet fiyattan etkilenmez.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90087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90087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118103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3054095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337559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ölçüm POS'tan değil ERP'den (DerinSIS) alındı — iki yılda da aynı kaynak, aynı belge tipi. Temmuz 2025 kasa geçişi ölçüye girmiyor.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1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22191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950207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886200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4169663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Hayır: takvim ölçüsünde 2026 alımı ortalama 2,5 gün DAHA GEÇ; Temmuz ve öncesi alım 6 kişiden 2'ye indi. Artış 1–14 Ağustos'ta ve o iki haftada ürün adedi +%25,1 büyüdü —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654296"/>
            <a:ext cx="11018520" cy="74066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654296"/>
            <a:ext cx="68580" cy="740664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782312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718304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5001768"/>
            <a:ext cx="10058400" cy="356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okullar 2025'te 8 Eylül, 2026'da 14 Eylül açıldı — sezon 6 gün geriye kaydı. Açılışa hizalanınca haftalık büyüme %65–79 bandında düz seyrediyor.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Dönem: 01.01 – 31.08 (her iki yıl, kümülatif) (kurumsal/mağaza kıyası) · hizalı dönem: 01.07 – 25.08.2025 (2025) · 07.07 – 31.08.2026 (2026), her iki yıl 56 gün, okul açılışına hizalı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İlk 14 günü tamamlama oranı. 32 alımdan 10'u kesim tarihine kadar ayrılmıştır (önceki yıl 24 alımdan 2). Aynı pozisyonun iki kez doldurulması maliyet yaratmaktadır.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50876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874519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%93,9 → %95,1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697480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Sezonluk kadroda kalma oranı yükselmiştir. Sorun sezonluk alımda değil, kadrolu alımın ilk haftasındadır.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beş mağazanın tamamı — FSM · Özlüce · İst. Yolu · Heykel · Şura · Ölçüm noktaları: 30.06 tabanı ve 31.08 kesimi (tarih aralığı değil, o gün fiilen çalışan kişi) Tutunma ölçümü mağaza kadrosu üzerinden yapılmıştır.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Norma göre -22 kişi · kadrolu −4 · ürün adedi +%34,9 · personel başına iş +%20,6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