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71.83742911999592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122.60138084999527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57.55862375816649</c:v>
                </c:pt>
                <c:pt idx="1">
                  <c:v>96.12850541159426</c:v>
                </c:pt>
                <c:pt idx="2">
                  <c:v>62.26752661004473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9.png"/><Relationship Id="rId6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9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1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251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7143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68580" cy="10058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34840"/>
            <a:ext cx="68580" cy="10058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Karşılaştırması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TOPLAM · KADRO+SEZON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TOPLAM · 31.08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195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137 + sezonluk 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 DURUM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-22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toplam personel normun ALTINDA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310128"/>
          <a:ext cx="10561320" cy="1812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24128"/>
                <a:gridCol w="1078992"/>
                <a:gridCol w="822960"/>
                <a:gridCol w="1078992"/>
                <a:gridCol w="1133856"/>
                <a:gridCol w="822960"/>
                <a:gridCol w="1170432"/>
                <a:gridCol w="1234440"/>
                <a:gridCol w="8229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6001A"/>
                          </a:solidFill>
                          <a:latin typeface="Calibri"/>
                        </a:rPr>
                        <a:t>-22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084064"/>
            <a:ext cx="11018520" cy="493776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084064"/>
            <a:ext cx="10607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Şirketin kendi norm tablosuna göre 31 Ağustos'ta toplam personel 22 kişi EKSİK (norm 217 · gerçek 195): kadrolu -8, sezonluk -14.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kaynağı: BKMKİTAP Mağaza Kadro ve Sezon Takip Tablosu, 11.08.2026 (norm-kadro-20260811.json) — kadrolu normu departman bazında, sezonluk normu mağaza toplamı olarak verir; engelli kadro dahildir · Kapsam dışı: Şura norm tablosunda yok · Gerçek sayılar 31.08 as-of.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868680"/>
                <a:gridCol w="1234440"/>
                <a:gridCol w="822960"/>
                <a:gridCol w="822960"/>
                <a:gridCol w="1234440"/>
              </a:tblGrid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Kültür  2 kişi
Mağaza  2 kişi
İdari İşler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15 kişi, mağaza bazında 11.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norm tablosundaki dört mağaza (FSM · İst. Yolu · Özlüce · Heykel; Şura norm tablosunda yok) · Norm 11.08.2026 tarihli, SEZON DIŞI kadroyu tanımlar · Kıyas yalnız kadrolu personel ile; sezonluk kolonu açığın nasıl kapatıldığını gösterir.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429000"/>
          <a:ext cx="11018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