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71.83742911999343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122.60138084999475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57.5586237581637</c:v>
                </c:pt>
                <c:pt idx="1">
                  <c:v>96.12850541161808</c:v>
                </c:pt>
                <c:pt idx="2">
                  <c:v>62.26752661004522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 — Norma Göre Durum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· KADRO + 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 tarihli norm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· 31 AĞUSTOS (OPERASYONEL)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189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engelli ve etkinlik norm dışı tutuldu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NORMA GÖRE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A6001A"/>
                </a:solidFill>
                <a:latin typeface="Calibri"/>
              </a:rPr>
              <a:t>-28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-14 · sezonluk -14 (engelli/etkinlik norm dışı)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10128"/>
            <a:ext cx="11018520" cy="749808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310128"/>
            <a:ext cx="105156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fazlası yok: 31 Ağustos'ta toplam personel şirketin kendi norm tablosunun 28 KİŞİ ALTINDADIR.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33087"/>
            <a:ext cx="11018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33087"/>
            <a:ext cx="68580" cy="111556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4297679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4242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AYNI DÖNEMDE İŞ HACMİ · ÜÇ POS MAĞAZASI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102412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+%34,9 (574.718 → 775.192) · ciro +%70,7 — eksik kadroyla üretildi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21808"/>
            <a:ext cx="11018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Kadro farkı sezon ÖNCESİNDE oluştu (taban 30.06: 139 → 153, +14) · sezon içinde kadrolu -4 · personel başına iş +%20,6 · mağaza ve grup kırılımı detay slaytlarında.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ENGELLİ DIŞINDAKİ personel sayısı (yönetim kararı); etkinlik kadrosu da norm dışı — gerçek rakamdan düşüldü (engelli 3 · etkinlik 3 kişi). İK'nın kayıt toplamı kadrolu 137 + sezonluk 58 = 195 · Norm kaynağı: BKMKİTAP Mağaza Kadro ve Sezon Takip Tablosu, 11.08.2026 · Kapsam: dört mağaza (Şura norm tablosunda yok) · İş hacmi üç POS mağazası.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— Mağaza Detayı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Norm 217 (kadrolu 145 + sezonluk 72) · operasyonel gerçek 189 (kadrolu 131 + sezonluk 58) · fark -28 kişi — engelli ve etkinlik norm dışı tutuldu.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10512"/>
          <a:ext cx="10515599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32688"/>
                <a:gridCol w="987552"/>
                <a:gridCol w="749808"/>
                <a:gridCol w="960120"/>
                <a:gridCol w="1042415"/>
                <a:gridCol w="749808"/>
                <a:gridCol w="1051560"/>
                <a:gridCol w="1143000"/>
                <a:gridCol w="749808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Mağaza / Grup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-9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Engelli **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OPERASYONEL 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Kayıt toplamı (İK, tüm gruplar)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1363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E6E6E"/>
                </a:solidFill>
                <a:latin typeface="Calibri"/>
              </a:rPr>
              <a:t>** YÖNETİM KARARI: engelli ve etkinlik kadrosu NORM DIŞIDIR — norm doluluğuna sayılmaz, mağaza satırlarından düşülmüştür. Heykel ve Şura'da engelli kadro yoktur (ayrı tüzel kişilik, 50 çalışan altı → 4857/30 yükümlülüğü doğmaz).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70832"/>
            <a:ext cx="11018520" cy="47548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001A"/>
                </a:solidFill>
                <a:latin typeface="Calibri"/>
              </a:rPr>
              <a:t>Norm doluluğu (engelli ve etkinlik hariç): norm 217 · operasyonel gerçek 189 → -28 KİŞİ EKSİK (kadrolu -14 · sezonluk -14).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ENGELLİ DIŞINDAKİ personel sayısı (yönetim kararı); etkinlik de norm dışı. Mağaza satırları operasyonel kadroyu gösterir (kadrolu − engelli − etkinlik). Engelli 3 · etkinlik 3 kişi ayrı satırda; en alttaki kayıt toplamı İK'nın resmi rakamıdır (kadrolu 137 · sezonluk 58) · Norm kaynağı: BKMKİTAP Mağaza Kadro ve Sezon Takip Tablosu, 11.08.2026 · Kapsam dışı: Şura · Gerçek sayılar 31.08 as-of.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Açığı — Bölüm Bazında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9494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868680"/>
                <a:gridCol w="1234440"/>
                <a:gridCol w="822960"/>
                <a:gridCol w="822960"/>
                <a:gridCol w="1234440"/>
              </a:tblGrid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Açık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Fazla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Muhasebe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Oyun Alanı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Kıyafet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Etkinlik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8602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48609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955279" y="1371600"/>
            <a:ext cx="36118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68580" cy="19659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81328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EN BÜYÜK AÇIKLAR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10512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Çocuk  5 kişi
Kültür  2 kişi
Mağaza  2 kişi
İdari İşler  2 kişi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520440"/>
            <a:ext cx="361188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3630168"/>
            <a:ext cx="32004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Neden mağaza toplamından büyük?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Bölüm bazında açık 15 kişi, mağaza bazında 11. Aradaki fark, bir mağazada bir bölümün fazlasının başka bölümün açığını maskelemesinden gelir. Gerçek ihtiyaç bölüm bazında okunur.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norm tablosundaki dört mağaza (Şura yok) · Norm 11.08.2026 tarihli · ETKİNLİK zaten ayrı bölüm satırı (normda 0) · ⚠ ENGELLİ bu tabloda düşülmedi: bölüm dağılımı ölçülmemiştir, bu yüzden ilgili bölümlerin açığı toplamda 3 kişiye kadar daha büyük olabilir · Mağaza toplamı ve operasyonel kıyas için 'Norm Kadro — Mağaza Detayı' slaytına bakılır.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171.963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1018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171.963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321.026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311.695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İK'da düzeltme bekleyen 1 kayıt: 2025 girişli bir sezonluk personel çıkış tarihi işlenmediği için 31.08'de aktif görünüyor; düzeltilince sezonluk 62 → 61 olur (rakamlar İK'nın resmi kaydıyla birebir tutulsun diye şimdilik düzeltilmedi) · Kapsam: beş mağaza (FSM · Özlüce · İst. Yolu · Heykel · Şura) · Kohortlar okul açılışına göre AYNI ofsette kesildi (T−12: 27.08.2025 ve 02.09.2026) · İş hacmi üç POS mağazası · ⚠ "açılıştan kaç gün önce" ölçüsü açılış 6 gün kaydığı için 2026'yı mekanik olarak erken gösterir, takvim ölçüsü esastır.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221991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05456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7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7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054095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37559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7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8862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3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 ölçüsünde 2026 alımı ortalama 2,5 gün DAHA GEÇ; Temmuz ve öncesi alım 6 kişiden 2'ye indi. Artış 1–14 Ağustos'ta ve o iki haftada ürün adedi +%25,1 büyüdü —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8231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7183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01768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Norma göre -22 kişi · kadrolu −4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