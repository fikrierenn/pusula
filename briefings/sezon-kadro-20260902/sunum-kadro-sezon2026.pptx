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71.83742911999349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122.60138084999305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57.55862375816203</c:v>
                </c:pt>
                <c:pt idx="1">
                  <c:v>96.12850541161228</c:v>
                </c:pt>
                <c:pt idx="2">
                  <c:v>62.26752661004513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9.png"/><Relationship Id="rId6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lert-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İyileştirme alanı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Yeni alınan personelin ilk iki haftada kalma oranı.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9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1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1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1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251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7143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110185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42900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68580" cy="10058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4434840"/>
            <a:ext cx="68580" cy="100584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Kadro: beş mağaza (FSM · Özlüce · İst. Yolu · Heykel · Şura), ölçüm noktaları 30.06 ve 31.08 · İş hacmi ve personel başına: üç POS mağazası (FSM · Özlüce · İst. Yolu), dönem 01.07 – 25.08.2025 (2025) · 07.07 – 31.08.2026 (2026), her iki yıl 56 gün, okul açılışına hizalı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48656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'—' ilgili mağazada o bölüm yoktur · Yönetim,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171.963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429000"/>
          <a:ext cx="11018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171.963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321.026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311.695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Kadrolu −4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