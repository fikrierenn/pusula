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122.53417561000008</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5578.704629629629</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30.54425135213488</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57.55862375814167</c:v>
                </c:pt>
                <c:pt idx="1">
                  <c:v>96.00493094594296</c:v>
                </c:pt>
                <c:pt idx="2">
                  <c:v>62.267526610057345</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Kültür</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c>
                  <a:txBody>
                    <a:bodyPr/>
                    <a:lstStyle/>
                    <a:p>
                      <a:pPr algn="ctr"/>
                      <a:r>
                        <a:rPr sz="900" b="0">
                          <a:solidFill>
                            <a:srgbClr val="333333"/>
                          </a:solidFill>
                          <a:latin typeface="Calibri"/>
                        </a:rPr>
                        <a:t>20</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r>
              <a:tr h="182880">
                <a:tc>
                  <a:txBody>
                    <a:bodyPr/>
                    <a:lstStyle/>
                    <a:p>
                      <a:pPr algn="l"/>
                      <a:r>
                        <a:rPr sz="900" b="0">
                          <a:solidFill>
                            <a:srgbClr val="333333"/>
                          </a:solidFill>
                          <a:latin typeface="Calibri"/>
                        </a:rPr>
                        <a:t>Mağaza</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Yardımcı Kitap</a:t>
                      </a:r>
                    </a:p>
                  </a:txBody>
                  <a:tcPr>
                    <a:solidFill>
                      <a:srgbClr val="FAFAFA"/>
                    </a:solidFill>
                  </a:tcPr>
                </a:tc>
                <a:tc>
                  <a:txBody>
                    <a:bodyPr/>
                    <a:lstStyle/>
                    <a:p>
                      <a:pPr algn="ctr"/>
                      <a:r>
                        <a:rPr sz="900" b="0">
                          <a:solidFill>
                            <a:srgbClr val="333333"/>
                          </a:solidFill>
                          <a:latin typeface="Calibri"/>
                        </a:rPr>
                        <a:t>18</a:t>
                      </a:r>
                    </a:p>
                  </a:txBody>
                  <a:tcPr>
                    <a:solidFill>
                      <a:srgbClr val="FAFAFA"/>
                    </a:solidFill>
                  </a:tcPr>
                </a:tc>
                <a:tc>
                  <a:txBody>
                    <a:bodyPr/>
                    <a:lstStyle/>
                    <a:p>
                      <a:pPr algn="ctr"/>
                      <a:r>
                        <a:rPr sz="900" b="0">
                          <a:solidFill>
                            <a:srgbClr val="333333"/>
                          </a:solidFill>
                          <a:latin typeface="Calibri"/>
                        </a:rPr>
                        <a:t>21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3</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r>
              <a:tr h="182880">
                <a:tc>
                  <a:txBody>
                    <a:bodyPr/>
                    <a:lstStyle/>
                    <a:p>
                      <a:pPr algn="l"/>
                      <a:r>
                        <a:rPr sz="900" b="0">
                          <a:solidFill>
                            <a:srgbClr val="333333"/>
                          </a:solidFill>
                          <a:latin typeface="Calibri"/>
                        </a:rPr>
                        <a:t>Oyuncak</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İdari İşler  2 kişi
Kültür  2 kişi
Mağaza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(Oyun Alanı · Muhasebe)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157984"/>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57984"/>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286000"/>
            <a:ext cx="256032" cy="256032"/>
          </a:xfrm>
          <a:prstGeom prst="rect">
            <a:avLst/>
          </a:prstGeom>
        </p:spPr>
      </p:pic>
      <p:sp>
        <p:nvSpPr>
          <p:cNvPr id="11" name="TextBox 10"/>
          <p:cNvSpPr txBox="1"/>
          <p:nvPr/>
        </p:nvSpPr>
        <p:spPr>
          <a:xfrm>
            <a:off x="1143000" y="2221991"/>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505456"/>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990087"/>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7"/>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3118103"/>
            <a:ext cx="256032" cy="256032"/>
          </a:xfrm>
          <a:prstGeom prst="rect">
            <a:avLst/>
          </a:prstGeom>
        </p:spPr>
      </p:pic>
      <p:sp>
        <p:nvSpPr>
          <p:cNvPr id="16" name="TextBox 15"/>
          <p:cNvSpPr txBox="1"/>
          <p:nvPr/>
        </p:nvSpPr>
        <p:spPr>
          <a:xfrm>
            <a:off x="1143000" y="3054095"/>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337559"/>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822191"/>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822191"/>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950207"/>
            <a:ext cx="256032" cy="256032"/>
          </a:xfrm>
          <a:prstGeom prst="rect">
            <a:avLst/>
          </a:prstGeom>
        </p:spPr>
      </p:pic>
      <p:sp>
        <p:nvSpPr>
          <p:cNvPr id="21" name="TextBox 20"/>
          <p:cNvSpPr txBox="1"/>
          <p:nvPr/>
        </p:nvSpPr>
        <p:spPr>
          <a:xfrm>
            <a:off x="1143000" y="3886200"/>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4169663"/>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654296"/>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654296"/>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782312"/>
            <a:ext cx="256032" cy="256032"/>
          </a:xfrm>
          <a:prstGeom prst="rect">
            <a:avLst/>
          </a:prstGeom>
        </p:spPr>
      </p:pic>
      <p:sp>
        <p:nvSpPr>
          <p:cNvPr id="26" name="TextBox 25"/>
          <p:cNvSpPr txBox="1"/>
          <p:nvPr/>
        </p:nvSpPr>
        <p:spPr>
          <a:xfrm>
            <a:off x="1143000" y="4718304"/>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27" name="TextBox 26"/>
          <p:cNvSpPr txBox="1"/>
          <p:nvPr/>
        </p:nvSpPr>
        <p:spPr>
          <a:xfrm>
            <a:off x="1143000" y="5001768"/>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28" name="TextBox 2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29" name="TextBox 28"/>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