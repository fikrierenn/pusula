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71.8374291199963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122.60138084999535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57.558623758165474</c:v>
                </c:pt>
                <c:pt idx="1">
                  <c:v>96.12850541159601</c:v>
                </c:pt>
                <c:pt idx="2">
                  <c:v>62.26752661004211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04872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83863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83863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62855"/>
            <a:ext cx="110185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62855"/>
            <a:ext cx="68580" cy="987552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